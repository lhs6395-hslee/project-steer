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23"/>
    <p:sldId id="378" r:id="rId24"/>
    <p:sldId id="379" r:id="rId25"/>
    <p:sldId id="380" r:id="rId26"/>
    <p:sldId id="381" r:id="rId27"/>
    <p:sldId id="388" r:id="rId34"/>
    <p:sldId id="382" r:id="rId28"/>
    <p:sldId id="383" r:id="rId29"/>
    <p:sldId id="384" r:id="rId30"/>
    <p:sldId id="385" r:id="rId31"/>
    <p:sldId id="386" r:id="rId32"/>
    <p:sldId id="387" r:id="rId33"/>
    <p:sldId id="35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27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43870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69361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0435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ko-KR" sz="20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43DA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Kafka 클러스터 운영 자동화 (AWS 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Multi-AZ 자동 복제, 장애 복구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데이터 전환 + 검증 ₩5,000만 (1회)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단계별 이관으로 리스크 분산 (3개월)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AWS 서비스에 강하게 결합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Kafka 표준 API 유지로 이식성 확보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₩750만/월 vs 자체 운영 ₩650만/월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가용성 99.9% 보장, 장애 시 자동 failover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인터넷 경유 금지 → 네트워크 지연 70% 감소 (실측)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Freesentation"/>
              </a:rPr>
              <a:t/>
            </a:r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AZ 장애 시 서비스 전체 중단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2025-Q4 서울 AZ-A 장애 — 3시간 다운타임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Multi-AZ 배포 (99.9% SLA)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외부 공격 노출, 데이터 유출 위험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보안 감사 지적 사항 1순위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Private Subnet + VPC Endpoint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0.0.0.0/0 허용 → 무단 접근 가능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  <a:r>
              <a:rPr sz="1400" b="1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[VPC 네트워크 구성도]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브로커 배치 (3-AZ)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ap-northeast-2a/2b/2c 각 AZ에 1개 브로커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단일 AZ 장애 시 나머지 2개 브로커로 서비스 유지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파티션 복제 전략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replication.factor=3, min.insync.replicas=2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ISR(In-Sync Replica) 기반 리더 자동 선출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MSK Managed Rebalancing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브로커 추가·제거 시 파티션 자동 재배분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Cruise Control 통합 — 부하 균등화 자동화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PrivateLink 연결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VPC 외부 Consumer → PrivateLink 경유 접속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IAM 인증 + TLS 1.2 암호화 강제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[MSK 멀티-AZ 브로커 배치도]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3-AZ 장애 격리 — 브로커 쿼럼 기반 자동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멀티-AZ 브로커 복제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L17-1. Image Left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이미지+설명 2컬럼 레이아웃 — MSK 고가용성 심화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8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120" y="269748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72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1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2720" y="26974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8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27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0916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8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120" y="470916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272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1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84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720" y="470916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828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27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1E1E1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6829</TotalTime>
  <Words>1261</Words>
  <Application>Microsoft Macintosh PowerPoint</Application>
  <PresentationFormat>Widescreen</PresentationFormat>
  <Paragraphs>284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Freesentation</vt:lpstr>
      <vt:lpstr>맑은 고딕</vt:lpstr>
      <vt:lpstr>Pretendard</vt:lpstr>
      <vt:lpstr>Pretendard ExtraBold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775</cp:revision>
  <dcterms:created xsi:type="dcterms:W3CDTF">2022-03-02T05:40:55Z</dcterms:created>
  <dcterms:modified xsi:type="dcterms:W3CDTF">2026-04-19T16:38:02Z</dcterms:modified>
</cp:coreProperties>
</file>