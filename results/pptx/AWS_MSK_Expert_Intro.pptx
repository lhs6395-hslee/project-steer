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75" r:id="rId21"/>
    <p:sldId id="376" r:id="rId24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8.xml"/><Relationship Id="rId21" Type="http://schemas.openxmlformats.org/officeDocument/2006/relationships/slide" Target="slides/slide13.xml"/><Relationship Id="rId24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2" Type="http://schemas.openxmlformats.org/officeDocument/2006/relationships/image" Target="../media/image22.png"/><Relationship Id="rId23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4022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98625" y="262890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53535" y="55092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09360" y="262890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64270" y="55092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90065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72034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60070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272034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870" y="560070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5052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5052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909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909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51185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76676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02259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7750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 bandRow="0">
                <a:noFill/>
                <a:tableStyleId>{5C22544A-7EE6-4342-B048-85BDC9FD1C3A}</a:tableStyleId>
              </a:tblPr>
              <a:tblGrid>
                <a:gridCol w="2560320"/>
                <a:gridCol w="2905760"/>
                <a:gridCol w="2905760"/>
                <a:gridCol w="2905760"/>
              </a:tblGrid>
              <a:tr h="457200">
                <a:tc>
                  <a:txBody>
                    <a:bodyPr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</a:tr>
              <a:tr h="759024">
                <a:tc>
                  <a:txBody>
                    <a:bodyPr anchor="ctr"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24">
                <a:tc>
                  <a:txBody>
                    <a:bodyPr anchor="ctr"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</a:tr>
              <a:tr h="759024">
                <a:tc>
                  <a:txBody>
                    <a:bodyPr anchor="ctr"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24">
                <a:tc>
                  <a:txBody>
                    <a:bodyPr anchor="ctr"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</a:tr>
              <a:tr h="759024">
                <a:tc>
                  <a:txBody>
                    <a:bodyPr anchor="ctr"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/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/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solidFill>
              <a:srgbClr val="F8F9FA"/>
            </a:solidFill>
          </a:ln>
        </p:spPr>
        <p:txBody>
          <a:bodyPr anchor="ctr"/>
          <a:lstStyle/>
          <a:p/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>
            <a:solidFill>
              <a:srgbClr val="E6F0FF"/>
            </a:solidFill>
          </a:ln>
        </p:spPr>
        <p:txBody>
          <a:bodyPr anchor="ctr"/>
          <a:lstStyle/>
          <a:p/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/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 txBox="0"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/>
        </p:txBody>
      </p:sp>
      <p:sp>
        <p:nvSpPr>
          <p:cNvPr id="24" name="Line L12 Divider After"/>
          <p:cNvSpPr txBox="0"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/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/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