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5394960" cy="384048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560320"/>
            <a:ext cx="5650992" cy="205740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892040"/>
            <a:ext cx="5650992" cy="150876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796028"/>
            <a:ext cx="4846320" cy="1371600"/>
          </a:xfrm>
          <a:prstGeom prst="roundRect">
            <a:avLst/>
          </a:prstGeom>
          <a:solidFill>
            <a:srgbClr val="F8F9F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97280" y="5070348"/>
            <a:ext cx="1097280" cy="457200"/>
          </a:xfrm>
          <a:prstGeom prst="roundRect">
            <a:avLst/>
          </a:prstGeom>
          <a:solidFill>
            <a:srgbClr val="EE81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68880" y="5070348"/>
            <a:ext cx="1097280" cy="45720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840480" y="5070348"/>
            <a:ext cx="1097280" cy="457200"/>
          </a:xfrm>
          <a:prstGeom prst="roundRect">
            <a:avLst/>
          </a:prstGeom>
          <a:solidFill>
            <a:srgbClr val="4CB88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194560" y="5185562"/>
            <a:ext cx="274320" cy="228600"/>
          </a:xfrm>
          <a:prstGeom prst="rightArrow">
            <a:avLst/>
          </a:prstGeom>
          <a:solidFill>
            <a:srgbClr val="9696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566160" y="5185562"/>
            <a:ext cx="274320" cy="228600"/>
          </a:xfrm>
          <a:prstGeom prst="rightArrow">
            <a:avLst/>
          </a:prstGeom>
          <a:solidFill>
            <a:srgbClr val="9696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L01. Bento</a:t>
            </a:r>
          </a:p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700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0632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670048"/>
            <a:ext cx="537575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063240"/>
            <a:ext cx="537575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02682"/>
            <a:ext cx="537575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394960"/>
            <a:ext cx="537575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7034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07034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07034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6189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56189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561898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560320"/>
            <a:ext cx="1828800" cy="1188720"/>
          </a:xfrm>
          <a:prstGeom prst="roundRect">
            <a:avLst/>
          </a:prstGeom>
          <a:solidFill>
            <a:srgbClr val="EE81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2972074"/>
            <a:ext cx="457200" cy="365760"/>
          </a:xfrm>
          <a:prstGeom prst="rightArrow">
            <a:avLst/>
          </a:prstGeom>
          <a:ln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560320"/>
            <a:ext cx="5120640" cy="1188720"/>
          </a:xfrm>
          <a:prstGeom prst="roundRect">
            <a:avLst/>
          </a:prstGeom>
          <a:solidFill>
            <a:srgbClr val="E6F0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53571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154680"/>
            <a:ext cx="1494129" cy="41148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154680"/>
            <a:ext cx="1494129" cy="41148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154680"/>
            <a:ext cx="1494129" cy="41148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2972074"/>
            <a:ext cx="457200" cy="365760"/>
          </a:xfrm>
          <a:prstGeom prst="rightArrow">
            <a:avLst/>
          </a:prstGeom>
          <a:ln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560320"/>
            <a:ext cx="1828800" cy="1188720"/>
          </a:xfrm>
          <a:prstGeom prst="roundRect">
            <a:avLst/>
          </a:prstGeom>
          <a:solidFill>
            <a:srgbClr val="4CB88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3605479" cy="2286000"/>
          </a:xfrm>
          <a:prstGeom prst="roundRect">
            <a:avLst/>
          </a:prstGeom>
          <a:solidFill>
            <a:srgbClr val="F8F9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023360"/>
            <a:ext cx="3605479" cy="2286000"/>
          </a:xfrm>
          <a:prstGeom prst="roundRect">
            <a:avLst/>
          </a:prstGeom>
          <a:solidFill>
            <a:srgbClr val="F8F9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023360"/>
            <a:ext cx="3605479" cy="2286000"/>
          </a:xfrm>
          <a:prstGeom prst="roundRect">
            <a:avLst/>
          </a:prstGeom>
          <a:solidFill>
            <a:srgbClr val="F8F9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160520"/>
            <a:ext cx="3424428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26280"/>
            <a:ext cx="34244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4548" y="4160520"/>
            <a:ext cx="3424428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548" y="4526280"/>
            <a:ext cx="34244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4160520"/>
            <a:ext cx="3424428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4526280"/>
            <a:ext cx="34244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2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43DA"/>
                </a:solidFill>
                <a:latin typeface="Freesentation"/>
              </a:rPr>
              <a:t>L02.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560320"/>
            <a:ext cx="5394960" cy="182880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560320"/>
            <a:ext cx="5394960" cy="182880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663440"/>
            <a:ext cx="5394960" cy="173736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663440"/>
            <a:ext cx="5394960" cy="173736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784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2064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784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2064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2064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784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2064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69748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69748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0060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0060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56032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383280"/>
            <a:ext cx="2646273" cy="301752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148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1724" y="3520440"/>
            <a:ext cx="2372868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L04. Process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0644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0644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0644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560320"/>
            <a:ext cx="2646273" cy="457200"/>
          </a:xfrm>
          <a:prstGeom prst="roundRect">
            <a:avLst/>
          </a:prstGeom>
          <a:solidFill>
            <a:srgbClr val="001B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560320"/>
            <a:ext cx="2646273" cy="45720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560320"/>
            <a:ext cx="2646273" cy="457200"/>
          </a:xfrm>
          <a:prstGeom prst="roundRect">
            <a:avLst/>
          </a:prstGeom>
          <a:solidFill>
            <a:srgbClr val="EE81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560320"/>
            <a:ext cx="2646273" cy="457200"/>
          </a:xfrm>
          <a:prstGeom prst="roundRect">
            <a:avLst/>
          </a:prstGeom>
          <a:solidFill>
            <a:srgbClr val="4CB88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00400"/>
            <a:ext cx="2646273" cy="3200400"/>
          </a:xfrm>
          <a:prstGeom prst="round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148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1724" y="3337560"/>
            <a:ext cx="2372868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Freesentation"/>
              </a:rPr>
              <a:t>L05. Phased</a:t>
            </a:r>
          </a:p>
          <a:p>
            <a:r>
              <a:rPr sz="2800" b="1">
                <a:solidFill>
                  <a:srgbClr val="0043DA"/>
                </a:solidFill>
                <a:latin typeface="Freesentation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0735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0735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0735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0735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