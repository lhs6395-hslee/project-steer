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0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 Bold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프리젠테이션 5 Medium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/>
              <a:t>L08.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프리젠테이션 5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프리젠테이션 7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프리젠테이션 5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2560320"/>
            <a:ext cx="5303520" cy="402336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560320"/>
            <a:ext cx="5303520" cy="402336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4806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6517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6517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12121"/>
                </a:solidFill>
                <a:latin typeface="Freesentation"/>
              </a:rPr>
              <a:t>1-1.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온프레미스 Kafka에서 AWS MSK로의 전환 근거를 현황과 개선안으로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20" y="61722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800" y="61722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>1-2. 비용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254" y="1524304"/>
            <a:ext cx="10742371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254" y="1872691"/>
            <a:ext cx="10742371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577840" cy="402336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560320"/>
            <a:ext cx="5577840" cy="40233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17680" y="2651760"/>
            <a:ext cx="9144" cy="3840480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651760"/>
            <a:ext cx="1554480" cy="27432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212121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6517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035954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04" y="5878677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12" y="5878677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L06 Zigzag 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 7 Bold"/>
              </a:rPr>
              <a:t>L06. Zigzag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 5 Medium"/>
              </a:rPr>
              <a:t>S자 지그재그 타임라인 — 시간 흐름 시각화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355701" y="1496872"/>
            <a:ext cx="11481206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43DA"/>
                </a:solidFill>
                <a:latin typeface="Freesentation"/>
              </a:rPr>
              <a:t>온프레미스 Kafka → AWS MSK 전환 로드맵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현황 분석부터 안정화까지 5분기 전환 타임라인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11277295" cy="36576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544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70455" y="429768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82104" y="429768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37015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9944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4855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40680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96504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1415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현황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온프레미스 Kafka 현황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운영 문제점 정리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비용·성능 기준 수립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0455" y="4297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0455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아키텍처 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70455" y="4800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MSK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네트워크/보안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마이그레이션 계획 수립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파일럿 구축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개발 환경 MSK 구축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2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2104" y="4297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2104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전환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2104" y="4800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프로덕션 전환 실행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마이그레이션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롤백 계획 준비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안정화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체계 수립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운영 매뉴얼 완성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