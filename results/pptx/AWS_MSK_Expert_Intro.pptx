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20"/>
    <p:sldId id="369" r:id="rId16"/>
    <p:sldId id="371" r:id="rId18"/>
    <p:sldId id="372" r:id="rId17"/>
    <p:sldId id="373" r:id="rId19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3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0.xml"/><Relationship Id="rId19" Type="http://schemas.openxmlformats.org/officeDocument/2006/relationships/slide" Target="slides/slide12.xml"/><Relationship Id="rId20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4022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98625" y="262890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53535" y="55092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09360" y="262890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64270" y="55092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90065" y="272034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6007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72034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6007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30861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9664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0861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9664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72034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60070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272034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5870" y="560070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505206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505206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90906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90906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511857" y="443941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766767" y="443941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7022592" y="443941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77502" y="443941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10" y="1496689"/>
            <a:ext cx="11480292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 b="1"/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  <a:defRPr sz="1400" b="1"/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  <a:defRPr sz="1400" b="1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