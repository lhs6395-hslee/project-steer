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5394960" cy="384048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560320"/>
            <a:ext cx="5650992" cy="2057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892040"/>
            <a:ext cx="5650992" cy="150876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796028"/>
            <a:ext cx="4846320" cy="13716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97280" y="5070348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68880" y="5070348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840480" y="5070348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194560" y="5185562"/>
            <a:ext cx="274320" cy="228600"/>
          </a:xfrm>
          <a:prstGeom prst="rightArrow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566160" y="5185562"/>
            <a:ext cx="274320" cy="228600"/>
          </a:xfrm>
          <a:prstGeom prst="rightArrow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L01. Bento</a:t>
            </a:r>
          </a:p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700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0632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670048"/>
            <a:ext cx="537575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63240"/>
            <a:ext cx="537575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02682"/>
            <a:ext cx="537575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394960"/>
            <a:ext cx="537575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703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0703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0703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6189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56189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6189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29720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560320"/>
            <a:ext cx="5120640" cy="1188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3571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1546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1546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1546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29720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3605479" cy="2286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023360"/>
            <a:ext cx="3605479" cy="2286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023360"/>
            <a:ext cx="3605479" cy="2286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3424428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26280"/>
            <a:ext cx="34244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4548" y="4160520"/>
            <a:ext cx="3424428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548" y="4526280"/>
            <a:ext cx="34244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4160520"/>
            <a:ext cx="3424428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4526280"/>
            <a:ext cx="34244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43DA"/>
                </a:solidFill>
                <a:latin typeface="Freesentation"/>
              </a:rPr>
              <a:t>L02.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560320"/>
            <a:ext cx="5394960" cy="18288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560320"/>
            <a:ext cx="5394960" cy="18288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663440"/>
            <a:ext cx="5394960" cy="173736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663440"/>
            <a:ext cx="5394960" cy="173736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784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2064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784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2064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2064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2064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69748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69748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0060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0060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148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1724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L04. Process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0644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0644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0644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56032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56032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56032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148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1724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L05. Phased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0735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0735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0735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0735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