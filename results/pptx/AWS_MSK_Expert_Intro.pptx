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20"/>
    <p:sldId id="369" r:id="rId16"/>
    <p:sldId id="371" r:id="rId18"/>
    <p:sldId id="372" r:id="rId17"/>
    <p:sldId id="373" r:id="rId19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2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11.xml"/><Relationship Id="rId20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  <a:solidFill>
                  <a:srgbClr val="1B3A5C"/>
                </a:solidFill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 Bold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프리젠테이션 5 Medium"/>
              </a:rPr>
              <a:t>수영장 레인 구조 — 복수 워크스트림 병렬 진행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10" y="1496689"/>
            <a:ext cx="11480292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/>
              <a:t>L08.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프리젠테이션 5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프리젠테이션 7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프리젠테이션 5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1-1. As-Is / To-Be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57200" y="2560320"/>
            <a:ext cx="5303520" cy="4023360"/>
          </a:xfrm>
          <a:prstGeom prst="roundRect">
            <a:avLst/>
          </a:prstGeom>
          <a:solidFill>
            <a:srgbClr val="F8F9FA"/>
          </a:solidFill>
          <a:ln>
            <a:solidFill>
              <a:srgbClr val="F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31280" y="2560320"/>
            <a:ext cx="5303520" cy="4023360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944440" y="44806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7160" y="26517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11040" y="26517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12121"/>
                </a:solidFill>
                <a:latin typeface="Freesentation"/>
              </a:rPr>
              <a:t>1-1.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온프레미스 Kafka에서 AWS MSK로의 전환 근거를 현황과 개선안으로 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720" y="61722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800" y="61722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 b="1"/>
              <a:t>1-2. 비용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254" y="1524304"/>
            <a:ext cx="10742371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254" y="1872691"/>
            <a:ext cx="10742371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577840" cy="402336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56960" y="2560320"/>
            <a:ext cx="5577840" cy="40233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17680" y="2651760"/>
            <a:ext cx="9144" cy="3840480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7160" y="2651760"/>
            <a:ext cx="1554480" cy="27432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212121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6517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  <a:defRPr sz="1400" b="1"/>
          </a:p>
        </p:txBody>
      </p:sp>
      <p:sp>
        <p:nvSpPr>
          <p:cNvPr id="11" name="TextBox 10"/>
          <p:cNvSpPr txBox="1"/>
          <p:nvPr/>
        </p:nvSpPr>
        <p:spPr>
          <a:xfrm>
            <a:off x="6035954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  <a:defRPr sz="1400" b="1"/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904" y="5878677"/>
            <a:ext cx="411480" cy="41148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612" y="5878677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L06 Zigzag 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 7 Bold"/>
              </a:rPr>
              <a:t>L06. Zigzag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A4A"/>
                </a:solidFill>
                <a:latin typeface="Freesentation 5 Medium"/>
              </a:rPr>
              <a:t>S자 지그재그 타임라인 — 시간 흐름 시각화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355701" y="1496872"/>
            <a:ext cx="11481206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43DA"/>
                </a:solidFill>
                <a:latin typeface="Freesentation"/>
              </a:rPr>
              <a:t>온프레미스 Kafka → AWS MSK 전환 로드맵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현황 분석부터 안정화까지 5분기 전환 타임라인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14800"/>
            <a:ext cx="11277295" cy="36576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544" y="228600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70455" y="429768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228600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82104" y="429768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37015" y="228600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9944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84855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40680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696504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51415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" y="2286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" y="2514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현황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" y="278892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온프레미스 Kafka 현황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운영 문제점 정리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비용·성능 기준 수립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0455" y="4297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70455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아키텍처 설계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70455" y="4800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MSK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네트워크/보안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마이그레이션 계획 수립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2286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2514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파일럿 구축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78892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개발 환경 MSK 구축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2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2104" y="4297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2104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전환 실행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2104" y="4800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프로덕션 전환 실행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마이그레이션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롤백 계획 준비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2286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Q1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2514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안정화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278892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체계 수립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운영 매뉴얼 완성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