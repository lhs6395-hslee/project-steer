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23"/>
    <p:sldId id="378" r:id="rId24"/>
    <p:sldId id="379" r:id="rId25"/>
    <p:sldId id="380" r:id="rId26"/>
    <p:sldId id="381" r:id="rId27"/>
    <p:sldId id="382" r:id="rId28"/>
    <p:sldId id="383" r:id="rId29"/>
    <p:sldId id="384" r:id="rId30"/>
    <p:sldId id="35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23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501853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50161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4732020"/>
            <a:ext cx="5501853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50161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720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14161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20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14161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20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14161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20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14161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71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71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511857" y="434797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766767" y="434797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7022592" y="434797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77502" y="434797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solidFill>
              <a:srgbClr val="F8F9F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>
            <a:solidFill>
              <a:srgbClr val="E6F0FF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043DA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Kafka 클러스터 운영 자동화 (AWS 실측)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Multi-AZ 자동 복제, 장애 복구 &lt; 5분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데이터 전환 + 검증 ₩5,000만 (1회)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이관으로 리스크 분산 (3개월)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AWS 서비스에 강하게 결합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Kafka 표준 API 유지로 이식성 확보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₩750만/월 vs 자체 운영 ₩650만/월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가용성 99.9% 보장, 장애 시 자동 failover &lt; 5분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인터넷 경유 금지 → 네트워크 지연 70% 감소 (실측)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63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/>
            </a:r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AZ 장애 시 서비스 전체 중단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⚡ 2025-Q4 서울 AZ-A 장애 — 3시간 다운타임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✅ 대신: Multi-AZ 배포 (99.9% SLA)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외부 공격 노출, 데이터 유출 위험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⚡ 보안 감사 지적 사항 1순위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✅ 대신: Private Subnet + VPC Endpoint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0.0.0.0/0 허용 → 무단 접근 가능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  <a:latin typeface="Freesentation"/>
              </a:rPr>
              <a:t>[VPC 네트워크 구성도]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0604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9260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360" y="260604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680" y="288036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91760" y="29260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680" y="36118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520" y="260604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1840" y="288036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11920" y="29260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1840" y="36118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1772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89204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93776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2356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7360" y="461772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1680" y="489204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91760" y="493776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1680" y="562356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7520" y="461772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1840" y="489204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11920" y="493776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840" y="562356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6829</TotalTime>
  <Words>1261</Words>
  <Application>Microsoft Macintosh PowerPoint</Application>
  <PresentationFormat>Widescreen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Freesentation</vt:lpstr>
      <vt:lpstr>맑은 고딕</vt:lpstr>
      <vt:lpstr>Pretendard</vt:lpstr>
      <vt:lpstr>Pretendard ExtraBold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775</cp:revision>
  <dcterms:created xsi:type="dcterms:W3CDTF">2022-03-02T05:40:55Z</dcterms:created>
  <dcterms:modified xsi:type="dcterms:W3CDTF">2026-04-19T16:38:02Z</dcterms:modified>
</cp:coreProperties>
</file>