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grpSpPr/>
      <p:nvGrpSpPr>
        <p:cNvPr id="1" name=""/>
        <p:cNvGrpSpPr/>
        <p:nvPr/>
      </p:nv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grpSpPr/>
      <p:nvGrpSpPr>
        <p:cNvPr id="1" name=""/>
        <p:cNvGrpSpPr/>
        <p:nvPr/>
      </p:nvGrpSpPr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