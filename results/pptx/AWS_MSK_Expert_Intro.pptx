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20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3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0.xml"/><Relationship Id="rId19" Type="http://schemas.openxmlformats.org/officeDocument/2006/relationships/slide" Target="slides/slide12.xml"/><Relationship Id="rId20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b="1" dirty="0">
                <a:solidFill>
                  <a:srgbClr val="000000"/>
                </a:solidFill>
                <a:latin typeface="프리젠테이션 7 Bold" pitchFamily="2" charset="-127"/>
                <a:ea typeface="프리젠테이션 7 Bold" pitchFamily="2" charset="-127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145536"/>
            <a:ext cx="11274552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44752" y="292608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288536" y="292608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7141464" y="292608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985248" y="292608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61872" y="2395728"/>
            <a:ext cx="914400" cy="384048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05656" y="3630168"/>
            <a:ext cx="914400" cy="384048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58584" y="2395728"/>
            <a:ext cx="914400" cy="384048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02368" y="3630168"/>
            <a:ext cx="914400" cy="384048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1325880"/>
            <a:ext cx="2194560" cy="150876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65576" y="4114800"/>
            <a:ext cx="2194560" cy="16002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18504" y="1325880"/>
            <a:ext cx="2194560" cy="150876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62288" y="4114800"/>
            <a:ext cx="2194560" cy="16002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1417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7016" y="4206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9944" y="1417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3728" y="4206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1764792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7016" y="4553712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9944" y="1764792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성능 벤치마크</a:t>
            </a:r>
          </a:p>
          <a:p>
            <a:r>
              <a:rPr sz="1000">
                <a:solidFill>
                  <a:srgbClr val="4A4A4A"/>
                </a:solidFill>
              </a:rPr>
              <a:t>• 장애 복구 테스트</a:t>
            </a:r>
          </a:p>
          <a:p>
            <a:r>
              <a:rPr sz="1000">
                <a:solidFill>
                  <a:srgbClr val="4A4A4A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53728" y="4553712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24/7 모니터링 구성</a:t>
            </a:r>
          </a:p>
          <a:p>
            <a:r>
              <a:rPr sz="1000">
                <a:solidFill>
                  <a:srgbClr val="4A4A4A"/>
                </a:solidFill>
              </a:rPr>
              <a:t>• 알람 임계값 튜닝</a:t>
            </a:r>
          </a:p>
          <a:p>
            <a:r>
              <a:rPr sz="1000">
                <a:solidFill>
                  <a:srgbClr val="4A4A4A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41732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420624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41732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1944" y="4206240"/>
            <a:ext cx="365760" cy="365760"/>
          </a:xfrm>
          <a:prstGeom prst="rect">
            <a:avLst/>
          </a:prstGeom>
        </p:spPr>
      </p:pic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 Bold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프리젠테이션 5 Medium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프리젠테이션 5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프리젠테이션 7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프리젠테이션 5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560320"/>
            <a:ext cx="5303520" cy="402336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560320"/>
            <a:ext cx="5303520" cy="402336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4806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6517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6517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12121"/>
                </a:solidFill>
                <a:latin typeface="Freesentation"/>
              </a:rPr>
              <a:t>1-1.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온프레미스 Kafka에서 AWS MSK로의 전환 근거를 현황과 개선안으로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20" y="61722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800" y="61722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>1-2. 비용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254" y="1524304"/>
            <a:ext cx="10742371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254" y="1872691"/>
            <a:ext cx="10742371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577840" cy="402336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560320"/>
            <a:ext cx="5577840" cy="40233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17680" y="2651760"/>
            <a:ext cx="9144" cy="3840480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651760"/>
            <a:ext cx="1554480" cy="27432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212121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6517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035954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04" y="5878677"/>
            <a:ext cx="411480" cy="41148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612" y="5878677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