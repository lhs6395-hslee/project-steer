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23"/>
    <p:sldId id="378" r:id="rId24"/>
    <p:sldId id="379" r:id="rId25"/>
    <p:sldId id="380" r:id="rId26"/>
    <p:sldId id="381" r:id="rId27"/>
    <p:sldId id="388" r:id="rId34"/>
    <p:sldId id="382" r:id="rId28"/>
    <p:sldId id="383" r:id="rId29"/>
    <p:sldId id="384" r:id="rId30"/>
    <p:sldId id="385" r:id="rId31"/>
    <p:sldId id="386" r:id="rId32"/>
    <p:sldId id="387" r:id="rId33"/>
    <p:sldId id="35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27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43870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69361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0435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ko-KR" sz="20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43DA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Kafka 클러스터 운영 자동화 (AWS 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Multi-AZ 자동 복제, 장애 복구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데이터 전환 + 검증 ₩5,000만 (1회)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단계별 이관으로 리스크 분산 (3개월)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AWS 서비스에 강하게 결합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Kafka 표준 API 유지로 이식성 확보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₩750만/월 vs 자체 운영 ₩650만/월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가용성 99.9% 보장, 장애 시 자동 failover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인터넷 경유 금지 → 네트워크 지연 70% 감소 (실측)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Freesentation"/>
              </a:rPr>
              <a:t/>
            </a:r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AZ 장애 시 서비스 전체 중단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2025-Q4 서울 AZ-A 장애 — 3시간 다운타임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Multi-AZ 배포 (99.9% SLA)</a:t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외부 공격 노출, 데이터 유출 위험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보안 감사 지적 사항 1순위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Private Subnet + VPC Endpoint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0.0.0.0/0 허용 → 무단 접근 가능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  <a:r>
              <a:rPr sz="1400" b="1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[VPC 네트워크 구성도]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브로커 배치 (3-AZ)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ap-northeast-2a/2b/2c 각 AZ에 1개 브로커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단일 AZ 장애 시 나머지 2개 브로커로 서비스 유지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파티션 복제 전략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replication.factor=3, min.insync.replicas=2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ISR(In-Sync Replica) 기반 리더 자동 선출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MSK Managed Rebalancing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브로커 추가·제거 시 파티션 자동 재배분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Cruise Control 통합 — 부하 균등화 자동화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PrivateLink 연결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VPC 외부 Consumer → PrivateLink 경유 접속</a:t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  IAM 인증 + TLS 1.2 암호화 강제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[MSK 멀티-AZ 브로커 배치도]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3-AZ 장애 격리 — 브로커 쿼럼 기반 자동 복구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멀티-AZ 브로커 복제 구성</a:t>
            </a:r>
          </a:p>
        </p:txBody>
      </p:sp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L17-1. Image Left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이미지+설명 2컬럼 레이아웃 — MSK 고가용성 심화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7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8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120" y="269748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72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1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2720" y="26974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828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27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0916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8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120" y="470916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272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1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84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720" y="470916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828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27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L21. Quote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클라우드 전환 리더십 메시지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클라우드 전환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CTO 메시지 (2026년 1분기 전사 회의)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73152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9560" y="2423160"/>
            <a:ext cx="3822191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172200"/>
            <a:ext cx="11277295" cy="45720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0043DA"/>
                </a:solidFill>
              </a:rPr>
              <a:t>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212121"/>
                </a:solidFill>
                <a:latin typeface="Freesentation"/>
              </a:rPr>
              <a:t>우리는 2026년까지 레거시 시스템의 80%를 클라우드로 전환합니다. 이는 단순한 인프라 이전이 아닌, 비즈니스 민첩성 확보를 위한 전략적 투자입니다.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05050"/>
                </a:solidFill>
                <a:latin typeface="Freesentation"/>
              </a:rPr>
              <a:t>— 김철수, CTO  (GS네오텍)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606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📊 컨텍스트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₩3.2억/년 절감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인프라+인력 합산 (2025 실측)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레거시 42개 시스템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전환 대상, 목표 전환율 80%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2026-Q4 완료 기한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1차 마감 2026-Q2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TTM -40%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클라우드 전환 후 제품 출시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💡 핵심: 클라우드 전환은 비용 절감이 아닌 민첩성 확보 — 경쟁사 대비 TTM 40% 단축 목표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L22. Split Text+Code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AWS CLI 기반 MSK 프로비저닝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CLI로 MSK 클러스터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명령줄 기반 프로비저닝 절차 (2026년 4월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① 클러스터 설정 JSON 작성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broker-node-group-info, kafka-version,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cluster-name 필수 항목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② VPC Subnet ID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Private Subnet 3개 (AZ-a/b/c) ID 확보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aws ec2 describe-subnets 명령 활용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③ 생성 명령 실행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create-cluster 명령어 + 설정 파일 참조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완료까지 5~10분 소요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④ 생성 완료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describe-cluster 응답 State="ACTIVE"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CloudWatch 메트릭 수집 시작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23160"/>
            <a:ext cx="5608015" cy="3657600"/>
          </a:xfrm>
          <a:prstGeom prst="rect">
            <a:avLst/>
          </a:prstGeom>
          <a:solidFill>
            <a:srgbClr val="1E1E1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423160"/>
            <a:ext cx="5608015" cy="274320"/>
          </a:xfrm>
          <a:prstGeom prst="rect">
            <a:avLst/>
          </a:prstGeom>
          <a:solidFill>
            <a:srgbClr val="2C001E"/>
          </a:solidFill>
          <a:ln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D0D0D0"/>
                </a:solidFill>
                <a:latin typeface="Courier New"/>
              </a:rPr>
              <a:t>ubuntu@msk-cluster: ~ —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ourier New"/>
              </a:rPr>
              <a:t>ubuntu@msk-cluster:~$ aws kafka create-cluster \
  --cluster-name my-msk-cluster \
  --broker-node-group-info file://broker-info.json \
  --kafka-version 3.5.1 \
  --number-of-broker-nodes 3 \
  --region ap-northeast-2
# 응답 예시
{
  "ClusterArn": "arn:aws:kafka:ap-northeast-2:...",
  "ClusterName": "my-msk-cluster",
  "State": "CREATING"
}
ubuntu@msk-cluster:~$ aws kafka describe-cluster --cluster-arn &lt;ARN&gt;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✅ 확인: aws kafka describe-cluster 응답에서 State="ACTIVE" 확인   |   소요시간: 5~10분   |   실패 시: CloudWatch /aws/msk/ 로그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514600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3660" y="2514600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0" y="2514600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L23. Stats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MSK 도입 성과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효과 — 핵심 성과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2026년 1분기 실측 기준 (운영 6개월 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79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₩1.8억/년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비용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운영 인력 2명 절감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+ 인프라 비용 감소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(MSK vs 자체 Kafka 운영)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2026-Q1 실측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4CB88F"/>
                </a:solidFill>
                <a:latin typeface="Freesentation"/>
              </a:rPr>
              <a:t>▲  +320%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처리량 증가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10K → 42K msg/s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Multi-AZ 자동 스케일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(피크 트래픽 실측)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피크 트래픽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-75%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지연시간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200ms → 50ms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VPC Endpoint 적용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(평균 레이턴시 실측)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평균 레이턴시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📊 종합: MSK 도입 6개월 만에 ROI 240% 달성 — 연간 순이익 ₩1.05억 (절감 ₩1.8억 - 서비스 비용 ₩0.75억)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6829</TotalTime>
  <Words>1261</Words>
  <Application>Microsoft Macintosh PowerPoint</Application>
  <PresentationFormat>Widescreen</PresentationFormat>
  <Paragraphs>284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Freesentation</vt:lpstr>
      <vt:lpstr>맑은 고딕</vt:lpstr>
      <vt:lpstr>Pretendard</vt:lpstr>
      <vt:lpstr>Pretendard ExtraBold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775</cp:revision>
  <dcterms:created xsi:type="dcterms:W3CDTF">2022-03-02T05:40:55Z</dcterms:created>
  <dcterms:modified xsi:type="dcterms:W3CDTF">2026-04-19T16:38:02Z</dcterms:modified>
</cp:coreProperties>
</file>